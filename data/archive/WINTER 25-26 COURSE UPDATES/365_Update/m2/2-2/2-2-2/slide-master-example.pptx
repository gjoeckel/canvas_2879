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A4589-54D8-4957-BD6E-15A130A0C21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4C0333-4149-462F-8C54-F67356C3D4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9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A01AB-756E-DD5C-FF36-B77804799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1579" y="4737912"/>
            <a:ext cx="9603275" cy="646329"/>
          </a:xfrm>
        </p:spPr>
        <p:txBody>
          <a:bodyPr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3ED15E9-B345-B021-D24B-3D3EAE825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43200" y="274320"/>
            <a:ext cx="6885432" cy="42976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229BF1-5151-E7FD-EFD5-99CFF460B2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1579" y="5304662"/>
            <a:ext cx="9603771" cy="646113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 algn="ctr">
              <a:buNone/>
              <a:defRPr sz="3600"/>
            </a:lvl2pPr>
          </a:lstStyle>
          <a:p>
            <a:pPr lvl="1"/>
            <a:r>
              <a:rPr lang="en-US" dirty="0"/>
              <a:t>Artist</a:t>
            </a:r>
          </a:p>
        </p:txBody>
      </p:sp>
    </p:spTree>
    <p:extLst>
      <p:ext uri="{BB962C8B-B14F-4D97-AF65-F5344CB8AC3E}">
        <p14:creationId xmlns:p14="http://schemas.microsoft.com/office/powerpoint/2010/main" val="53928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A4589-54D8-4957-BD6E-15A130A0C21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4C0333-4149-462F-8C54-F67356C3D4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09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7D8F-BAC9-B93D-6834-76FCF1F4D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Slide Master</a:t>
            </a:r>
          </a:p>
        </p:txBody>
      </p:sp>
    </p:spTree>
    <p:extLst>
      <p:ext uri="{BB962C8B-B14F-4D97-AF65-F5344CB8AC3E}">
        <p14:creationId xmlns:p14="http://schemas.microsoft.com/office/powerpoint/2010/main" val="375445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B56B914-F75B-F956-9B2F-B17F00CD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Mediterranean Landscape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0A978B0-7E8E-8E88-A541-366A4A0F70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753B7-1D5F-0785-50E0-EFA36FD40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sz="3200" dirty="0"/>
              <a:t>Pablo Picasso</a:t>
            </a:r>
          </a:p>
        </p:txBody>
      </p:sp>
      <p:pic>
        <p:nvPicPr>
          <p:cNvPr id="14" name="Picture 13" descr="A picture containing text, graffiti&#10;&#10;Description automatically generated">
            <a:extLst>
              <a:ext uri="{FF2B5EF4-FFF2-40B4-BE49-F238E27FC236}">
                <a16:creationId xmlns:a16="http://schemas.microsoft.com/office/drawing/2014/main" id="{A60835B3-FAAC-C53D-20FD-1E7BFF0C2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74320"/>
            <a:ext cx="6881813" cy="429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728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Gallery</vt:lpstr>
      <vt:lpstr>Slide Master</vt:lpstr>
      <vt:lpstr>Mediterranean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Master</dc:title>
  <dc:creator/>
  <cp:lastModifiedBy/>
  <cp:revision>1</cp:revision>
  <dcterms:created xsi:type="dcterms:W3CDTF">2022-10-17T21:17:34Z</dcterms:created>
  <dcterms:modified xsi:type="dcterms:W3CDTF">2022-10-17T21:17:56Z</dcterms:modified>
</cp:coreProperties>
</file>