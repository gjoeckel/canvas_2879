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615" autoAdjust="0"/>
    <p:restoredTop sz="94660"/>
  </p:normalViewPr>
  <p:slideViewPr>
    <p:cSldViewPr snapToGrid="0">
      <p:cViewPr>
        <p:scale>
          <a:sx n="70" d="100"/>
          <a:sy n="70" d="100"/>
        </p:scale>
        <p:origin x="21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604192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CFBA-1FB9-39B5-E1E2-5973D7600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Reading Order</a:t>
            </a:r>
          </a:p>
        </p:txBody>
      </p:sp>
    </p:spTree>
    <p:extLst>
      <p:ext uri="{BB962C8B-B14F-4D97-AF65-F5344CB8AC3E}">
        <p14:creationId xmlns:p14="http://schemas.microsoft.com/office/powerpoint/2010/main" val="11019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5E1A-5848-462A-BE59-513F919A0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191" y="779997"/>
            <a:ext cx="9607661" cy="623353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Comparing manet &amp; monet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E4838-9BE7-48B6-A1D6-C29D60D88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2091481"/>
            <a:ext cx="4645152" cy="480246"/>
          </a:xfrm>
        </p:spPr>
        <p:txBody>
          <a:bodyPr>
            <a:noAutofit/>
          </a:bodyPr>
          <a:lstStyle/>
          <a:p>
            <a:r>
              <a:rPr lang="en-US" sz="2800" dirty="0"/>
              <a:t>Edouard manet</a:t>
            </a:r>
          </a:p>
        </p:txBody>
      </p:sp>
      <p:pic>
        <p:nvPicPr>
          <p:cNvPr id="8" name="Content Placeholder 3" descr="Edouard Manet">
            <a:extLst>
              <a:ext uri="{FF2B5EF4-FFF2-40B4-BE49-F238E27FC236}">
                <a16:creationId xmlns:a16="http://schemas.microsoft.com/office/drawing/2014/main" id="{28D2F3E7-AA63-47EA-8CB7-995CF5FBBC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87879" y="2732286"/>
            <a:ext cx="2164867" cy="2644775"/>
          </a:xfr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FE807BCF-A9A9-6FC8-005C-542EF1ECF8BD}"/>
              </a:ext>
            </a:extLst>
          </p:cNvPr>
          <p:cNvSpPr txBox="1"/>
          <p:nvPr/>
        </p:nvSpPr>
        <p:spPr>
          <a:xfrm>
            <a:off x="2106592" y="5486398"/>
            <a:ext cx="3333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Self-Portrait with Palette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2D9F30-CBB8-4D68-B1B3-7F767A8D1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2362" y="2095229"/>
            <a:ext cx="4645152" cy="480246"/>
          </a:xfrm>
        </p:spPr>
        <p:txBody>
          <a:bodyPr>
            <a:noAutofit/>
          </a:bodyPr>
          <a:lstStyle/>
          <a:p>
            <a:r>
              <a:rPr lang="en-US" sz="2800" dirty="0"/>
              <a:t>Claude monet</a:t>
            </a:r>
          </a:p>
        </p:txBody>
      </p:sp>
      <p:pic>
        <p:nvPicPr>
          <p:cNvPr id="10" name="Content Placeholder 5" descr="Claude Monet">
            <a:extLst>
              <a:ext uri="{FF2B5EF4-FFF2-40B4-BE49-F238E27FC236}">
                <a16:creationId xmlns:a16="http://schemas.microsoft.com/office/drawing/2014/main" id="{DF75C67F-DFE6-4C8E-B026-C3E51C440EF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637319" y="2729111"/>
            <a:ext cx="2194212" cy="2638425"/>
          </a:xfr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DC6ED33E-C21C-34AE-5B65-26EB59C4C6D4}"/>
              </a:ext>
            </a:extLst>
          </p:cNvPr>
          <p:cNvSpPr txBox="1"/>
          <p:nvPr/>
        </p:nvSpPr>
        <p:spPr>
          <a:xfrm>
            <a:off x="7067671" y="5468938"/>
            <a:ext cx="3333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Self-Portrait with Beret</a:t>
            </a:r>
          </a:p>
        </p:txBody>
      </p:sp>
    </p:spTree>
    <p:extLst>
      <p:ext uri="{BB962C8B-B14F-4D97-AF65-F5344CB8AC3E}">
        <p14:creationId xmlns:p14="http://schemas.microsoft.com/office/powerpoint/2010/main" val="46629501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Gallery</vt:lpstr>
      <vt:lpstr>Reading Order</vt:lpstr>
      <vt:lpstr>Comparing manet &amp; monet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Order Example</dc:title>
  <dc:creator/>
  <cp:lastModifiedBy/>
  <cp:revision>1</cp:revision>
  <dcterms:created xsi:type="dcterms:W3CDTF">2022-08-04T14:58:07Z</dcterms:created>
  <dcterms:modified xsi:type="dcterms:W3CDTF">2022-10-17T18:14:40Z</dcterms:modified>
</cp:coreProperties>
</file>