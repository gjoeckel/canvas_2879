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1722"/>
    <a:srgbClr val="1C2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65" autoAdjust="0"/>
    <p:restoredTop sz="93969" autoAdjust="0"/>
  </p:normalViewPr>
  <p:slideViewPr>
    <p:cSldViewPr snapToGrid="0" snapToObjects="1">
      <p:cViewPr varScale="1">
        <p:scale>
          <a:sx n="80" d="100"/>
          <a:sy n="80" d="100"/>
        </p:scale>
        <p:origin x="13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36511-9C86-324A-8B99-8C9B70C15AD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6D490-21F6-A44A-A3E3-2C27F69C3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90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0570F-FA1E-8141-BF14-F41A76AEA7E8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A850B-17B1-0845-A00E-018F81AAF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43083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rgbClr val="1C205B"/>
                </a:solidFill>
              </a:rPr>
              <a:t>Lists | Example</a:t>
            </a:r>
          </a:p>
        </p:txBody>
      </p:sp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63461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With this simple recipe, you'll be serving up fresh salsa in less than ten minutes! Gather the following ingredients to make salsa for four people: Ten Roma tomatoes, one bunch of green onions, two large green peppers, one clove of garlic, and three fresh limes. Prepare a sharp kitchen knife and a cutting board, and follow these steps: cut the tomatoes into cubes; chop the onions, green peppers, and garlic to your desired consistency; squeeze the limes into a large mixing bowl; place all of the cut and chopped items into the bowl; and gently combine the ingredients until uniformly mixed and coated with lime juice.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A6C64-E722-A6D8-8336-1DAC8F62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BF1722"/>
                </a:solidFill>
              </a:rPr>
              <a:t>An  Unstructured Recipe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BF1722"/>
                </a:solidFill>
              </a:rPr>
              <a:t>A Structured Recipe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59528" y="3410127"/>
            <a:ext cx="8085083" cy="2873227"/>
          </a:xfrm>
        </p:spPr>
        <p:txBody>
          <a:bodyPr>
            <a:noAutofit/>
          </a:bodyPr>
          <a:lstStyle/>
          <a:p>
            <a:r>
              <a:rPr lang="en-US" sz="3200" dirty="0"/>
              <a:t>Tomatoes</a:t>
            </a:r>
          </a:p>
          <a:p>
            <a:r>
              <a:rPr lang="en-US" sz="3200" dirty="0"/>
              <a:t>Onions</a:t>
            </a:r>
          </a:p>
          <a:p>
            <a:r>
              <a:rPr lang="en-US" sz="3200" dirty="0"/>
              <a:t>Green peppers</a:t>
            </a:r>
          </a:p>
          <a:p>
            <a:r>
              <a:rPr lang="en-US" sz="3200" dirty="0"/>
              <a:t>One garlic clove</a:t>
            </a:r>
          </a:p>
          <a:p>
            <a:r>
              <a:rPr lang="en-US" sz="3200" dirty="0"/>
              <a:t>Three fresh limes</a:t>
            </a:r>
          </a:p>
        </p:txBody>
      </p:sp>
      <p:sp>
        <p:nvSpPr>
          <p:cNvPr id="2" name="Rectangle 1"/>
          <p:cNvSpPr/>
          <p:nvPr/>
        </p:nvSpPr>
        <p:spPr>
          <a:xfrm>
            <a:off x="992697" y="1464356"/>
            <a:ext cx="10516997" cy="1758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latin typeface="Calibri" charset="0"/>
                <a:ea typeface="ＭＳ 明朝" charset="-128"/>
                <a:cs typeface="Times New Roman" charset="0"/>
              </a:rPr>
              <a:t>With this simple recipe, you'll be serving up fresh salsa in less than ten minutes! Gather the following ingredients to make salsa for four people:</a:t>
            </a:r>
            <a:endParaRPr lang="en-US" sz="3200" dirty="0">
              <a:effectLst/>
              <a:latin typeface="Calibri" charset="0"/>
              <a:ea typeface="ＭＳ 明朝" charset="-128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BF1722"/>
                </a:solidFill>
              </a:rPr>
              <a:t>A Structured Recipe (cont.</a:t>
            </a:r>
            <a:r>
              <a:rPr lang="en-US" b="1" dirty="0">
                <a:solidFill>
                  <a:srgbClr val="BF1722"/>
                </a:solidFill>
                <a:sym typeface="Wingdings"/>
              </a:rPr>
              <a:t>)</a:t>
            </a:r>
            <a:endParaRPr lang="en-US" b="1" dirty="0">
              <a:solidFill>
                <a:srgbClr val="BF1722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33693" y="2789919"/>
            <a:ext cx="9820107" cy="3359211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cut the tomatoes into cubes; chop the onions, green peppers, and garlic to your desired consistency; squeeze the limes into a large mixing bowl; place all the cut and chopped items into the bowl; and gently combine the ingredients until uniformly mixed and coated with lime juice.</a:t>
            </a:r>
          </a:p>
        </p:txBody>
      </p:sp>
      <p:sp>
        <p:nvSpPr>
          <p:cNvPr id="2" name="Rectangle 1"/>
          <p:cNvSpPr/>
          <p:nvPr/>
        </p:nvSpPr>
        <p:spPr>
          <a:xfrm>
            <a:off x="992697" y="1464356"/>
            <a:ext cx="1051699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Prepare a sharp kitchen knife and a cutting board, and follow these steps:</a:t>
            </a:r>
          </a:p>
        </p:txBody>
      </p:sp>
    </p:spTree>
    <p:extLst>
      <p:ext uri="{BB962C8B-B14F-4D97-AF65-F5344CB8AC3E}">
        <p14:creationId xmlns:p14="http://schemas.microsoft.com/office/powerpoint/2010/main" val="1210764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Lists | Example</vt:lpstr>
      <vt:lpstr>An  Unstructured Recipe</vt:lpstr>
      <vt:lpstr>A Structured Recipe</vt:lpstr>
      <vt:lpstr>A Structured Recipe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Lists | Example</dc:title>
  <dc:creator/>
  <cp:lastModifiedBy/>
  <cp:revision>1</cp:revision>
  <dcterms:created xsi:type="dcterms:W3CDTF">2022-08-04T15:59:44Z</dcterms:created>
  <dcterms:modified xsi:type="dcterms:W3CDTF">2022-08-04T16:03:46Z</dcterms:modified>
</cp:coreProperties>
</file>