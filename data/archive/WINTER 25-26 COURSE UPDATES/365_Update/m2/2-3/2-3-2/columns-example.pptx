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205B"/>
    <a:srgbClr val="BF17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89"/>
    <p:restoredTop sz="94708"/>
  </p:normalViewPr>
  <p:slideViewPr>
    <p:cSldViewPr snapToGrid="0" snapToObjects="1">
      <p:cViewPr varScale="1">
        <p:scale>
          <a:sx n="85" d="100"/>
          <a:sy n="85" d="100"/>
        </p:scale>
        <p:origin x="135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5DA8-3BDA-E54F-9A27-9BAB7D8B1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3CEFA4-9052-D349-B022-7F78135FDE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4E4A2-1544-DD4D-8892-EB33E9BDB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7BF4-4CCB-FD4C-BAF2-AA6A3A036DF1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954B0-08AC-E342-8E35-EA86C79D3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15418-83FC-ED40-B888-C8AECC455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0AC1E-ABEC-9249-9D43-0C060C13A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967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50E82-7191-9F42-BBB9-20CCFC532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A05A9-F93C-6044-B918-C0CBFA70F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D3A25-294D-B245-8B60-9DAE30EDF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7BF4-4CCB-FD4C-BAF2-AA6A3A036DF1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9FB11-CAB8-2640-87E5-2AC4AB4FD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13E53-5694-9E46-83C8-55F380196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0AC1E-ABEC-9249-9D43-0C060C13A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35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3F312-E086-5C42-8B1C-B445CE967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5996F6-12B9-4844-9C59-CC6D553CA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228B0-9E33-CC49-AEC9-F77A513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7BF4-4CCB-FD4C-BAF2-AA6A3A036DF1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3C3C4-6CE2-594F-8E16-EA4DF7AC9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92417-74FD-0E41-AADB-1C9EB0637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0AC1E-ABEC-9249-9D43-0C060C13A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741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395AB-BEFC-1A40-B5A4-01AA19CFA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048F4-3D4D-964A-A13B-427393D167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3DBE29-786A-2844-8E21-3910744B3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65609-5C6D-9B4C-AB07-7E5B96008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7BF4-4CCB-FD4C-BAF2-AA6A3A036DF1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B0AD7-661E-BD40-A90E-F86332608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92F84-6402-6A46-A359-AEE3CB065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0AC1E-ABEC-9249-9D43-0C060C13A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462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1B898-3D5F-CA4A-A4F1-645C46B9D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8B927-E86B-234C-B50C-A9DE5E2A8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FC936-79F1-CA42-BDC3-6A7609839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160E3-6FBF-5D4D-A231-8DEEF4A7FD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A7FEC2-336A-604F-BF61-2145B81CC0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2CBBFA-53A0-6245-8680-23FCD074A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7BF4-4CCB-FD4C-BAF2-AA6A3A036DF1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70326A-45CF-6746-825E-FAF34E1E1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5A4B28-E7B7-324F-9E7F-09DBB75FB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0AC1E-ABEC-9249-9D43-0C060C13A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54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43D50-08EC-5A44-BC49-E4C3DB1CF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CBA5B6-17AE-5F4A-B30A-F0E13A6F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7BF4-4CCB-FD4C-BAF2-AA6A3A036DF1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8D9A59-6195-CF42-894C-E91718729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AF6A64-9120-214A-B860-A8311E30B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0AC1E-ABEC-9249-9D43-0C060C13A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35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0E8B18-B6B3-5C47-87DF-9DE469435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7BF4-4CCB-FD4C-BAF2-AA6A3A036DF1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FABDAA-0957-DC4C-957E-EF32126F6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455C9-6323-7A4F-9A79-649202CD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0AC1E-ABEC-9249-9D43-0C060C13A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327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905B0-6CE6-C24A-B0BB-11E0581D5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A8DF3-2169-EE4A-A5D9-CAA6534A5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D919B9-E070-E041-8E6D-778282173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1FF168-9AEC-2149-A9BE-D08399931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7BF4-4CCB-FD4C-BAF2-AA6A3A036DF1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A775D-53CD-374F-8795-8A5FD6023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26CDA-DC21-D64C-9E01-BD8816B5C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0AC1E-ABEC-9249-9D43-0C060C13A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60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C594E-95CA-8246-9BAD-89DC0B609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14B3B8-B8C6-2348-81C4-1BA83997A0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D0423-3DC9-9E41-AC72-168F8C1EE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5DD62-903E-3642-ABE0-2DEB2F5E6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7BF4-4CCB-FD4C-BAF2-AA6A3A036DF1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89C64-5BFB-E746-812C-C2E1C2F1B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0BC18-FA62-6F44-B988-93C2D8735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0AC1E-ABEC-9249-9D43-0C060C13A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593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3B5FF-30DA-AE4C-882C-2FE6A7127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C035A6-7AB8-0E40-AF26-8084C78F9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4C754-B1E1-C04D-BB70-241D54A97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7BF4-4CCB-FD4C-BAF2-AA6A3A036DF1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0F863-FB84-D541-A5E1-1A097A15B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4025C-3C75-1D41-A881-0F197B9D6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0AC1E-ABEC-9249-9D43-0C060C13A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94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CB4156-2CFE-B94E-8066-0C99CAD2EA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D2B3CA-9313-0545-86A0-9C4FA0744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830BF-BAC4-604A-A41C-06B932C5A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7BF4-4CCB-FD4C-BAF2-AA6A3A036DF1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0505A-F38F-A246-A688-6F196D6BF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5B2E3-9B6D-6048-9D65-3EF6E3896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0AC1E-ABEC-9249-9D43-0C060C13A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9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DD7462-145B-2E46-8739-C9199DEFC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42F65-3C51-0C48-90E8-006C56BF8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8FB86-DBC6-9848-8168-545CDC7E8F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8F7BF4-4CCB-FD4C-BAF2-AA6A3A036DF1}" type="datetimeFigureOut">
              <a:rPr lang="en-US" smtClean="0"/>
              <a:t>8/4/2022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1951D-4D67-6640-82D6-D27826E84B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709C8-CDDC-4D41-9A64-E64592617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B0AC1E-ABEC-9249-9D43-0C060C13AB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201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3EF10-B66C-8C49-A428-6BBC044F08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1C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Columns | Example</a:t>
            </a:r>
          </a:p>
        </p:txBody>
      </p:sp>
    </p:spTree>
    <p:extLst>
      <p:ext uri="{BB962C8B-B14F-4D97-AF65-F5344CB8AC3E}">
        <p14:creationId xmlns:p14="http://schemas.microsoft.com/office/powerpoint/2010/main" val="3270833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552C-626C-1A4B-9504-5AAB3B7A2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rgbClr val="BF17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97A63-6259-F147-9B29-13E654791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313" y="3389626"/>
            <a:ext cx="10421206" cy="208312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Don't use the Tab key and/or Spacebar to		content's reading order is all wrong. Plus,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create "columns" in Word or PowerPoint. While	column layouts created with the built-in tool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this manual formatting may look OK, the 		are easier to make––and edit.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625A7D-B28B-1A45-A0FB-28EA9D2AB628}"/>
              </a:ext>
            </a:extLst>
          </p:cNvPr>
          <p:cNvSpPr txBox="1"/>
          <p:nvPr/>
        </p:nvSpPr>
        <p:spPr>
          <a:xfrm>
            <a:off x="915537" y="2141067"/>
            <a:ext cx="784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1C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Incorrect Formatting</a:t>
            </a:r>
          </a:p>
        </p:txBody>
      </p:sp>
    </p:spTree>
    <p:extLst>
      <p:ext uri="{BB962C8B-B14F-4D97-AF65-F5344CB8AC3E}">
        <p14:creationId xmlns:p14="http://schemas.microsoft.com/office/powerpoint/2010/main" val="2484044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552C-626C-1A4B-9504-5AAB3B7A2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rgbClr val="BF17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Formatting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97A63-6259-F147-9B29-13E654791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301" y="3264524"/>
            <a:ext cx="10844031" cy="2035614"/>
          </a:xfrm>
        </p:spPr>
        <p:txBody>
          <a:bodyPr numCol="1" spcCol="457200"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Don't use the Tab key and/or Spacebar to create "columns" in Word or PowerPoint. While this manual formatting may look OK, the content's reading order is all wrong.  Plus, column layouts created with the built-in tool are easier to make––and edit.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625A7D-B28B-1A45-A0FB-28EA9D2AB628}"/>
              </a:ext>
            </a:extLst>
          </p:cNvPr>
          <p:cNvSpPr txBox="1"/>
          <p:nvPr/>
        </p:nvSpPr>
        <p:spPr>
          <a:xfrm>
            <a:off x="915537" y="2141067"/>
            <a:ext cx="7841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1C20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Correct Formatting</a:t>
            </a:r>
          </a:p>
        </p:txBody>
      </p:sp>
    </p:spTree>
    <p:extLst>
      <p:ext uri="{BB962C8B-B14F-4D97-AF65-F5344CB8AC3E}">
        <p14:creationId xmlns:p14="http://schemas.microsoft.com/office/powerpoint/2010/main" val="1934312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Columns | Example</vt:lpstr>
      <vt:lpstr>Formatting</vt:lpstr>
      <vt:lpstr>Formatting (cont.)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Columns | Example</dc:title>
  <dc:creator/>
  <cp:lastModifiedBy/>
  <cp:revision>1</cp:revision>
  <dcterms:created xsi:type="dcterms:W3CDTF">2022-08-04T16:11:13Z</dcterms:created>
  <dcterms:modified xsi:type="dcterms:W3CDTF">2022-08-04T16:13:23Z</dcterms:modified>
</cp:coreProperties>
</file>