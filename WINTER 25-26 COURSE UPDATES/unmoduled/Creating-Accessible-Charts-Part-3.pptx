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3" r:id="rId4"/>
    <p:sldId id="264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037607"/>
            <a:ext cx="9144000" cy="542259"/>
          </a:xfrm>
        </p:spPr>
        <p:txBody>
          <a:bodyPr>
            <a:noAutofit/>
          </a:bodyPr>
          <a:lstStyle>
            <a:lvl1pPr marL="0" indent="0" algn="ctr">
              <a:buNone/>
              <a:defRPr sz="36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7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63040"/>
            <a:ext cx="10515600" cy="4572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5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463040"/>
            <a:ext cx="6858000" cy="4572000"/>
          </a:xfrm>
        </p:spPr>
        <p:txBody>
          <a:bodyPr/>
          <a:lstStyle>
            <a:lvl1pPr>
              <a:lnSpc>
                <a:spcPct val="150000"/>
              </a:lnSpc>
              <a:defRPr baseline="0"/>
            </a:lvl1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1463040"/>
            <a:ext cx="3200400" cy="4572000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463040"/>
            <a:ext cx="3200400" cy="4572000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0560" y="1463040"/>
            <a:ext cx="6858000" cy="4572000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2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99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3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6" r:id="rId4"/>
    <p:sldLayoutId id="2147483655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Pampered Pet$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i="1" dirty="0" smtClean="0"/>
              <a:t>An analysis of U.S. spending trends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86940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Spending on U.S. Pets by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8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Millennials drive increases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smtClean="0"/>
              <a:t>From 1996 to 2018 yearly spending on pets went from $21 to $72 billion dollars. </a:t>
            </a:r>
            <a:endParaRPr lang="en-US" sz="4800" dirty="0"/>
          </a:p>
        </p:txBody>
      </p:sp>
      <p:pic>
        <p:nvPicPr>
          <p:cNvPr id="17" name="Content Placeholder 16" descr="Origami dog made from a dollar bill.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r="16917"/>
          <a:stretch/>
        </p:blipFill>
        <p:spPr>
          <a:xfrm flipH="1">
            <a:off x="7791686" y="2743200"/>
            <a:ext cx="3563702" cy="2743200"/>
          </a:xfrm>
        </p:spPr>
      </p:pic>
    </p:spTree>
    <p:extLst>
      <p:ext uri="{BB962C8B-B14F-4D97-AF65-F5344CB8AC3E}">
        <p14:creationId xmlns:p14="http://schemas.microsoft.com/office/powerpoint/2010/main" val="293860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Eating and snacking like kings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9536" y="1932243"/>
            <a:ext cx="2145978" cy="4365114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solidFill>
                  <a:prstClr val="black"/>
                </a:solidFill>
              </a:rPr>
              <a:t>In 2018, Americans spent most of </a:t>
            </a:r>
            <a:r>
              <a:rPr lang="en-US" dirty="0" smtClean="0">
                <a:solidFill>
                  <a:prstClr val="black"/>
                </a:solidFill>
              </a:rPr>
              <a:t>their </a:t>
            </a:r>
            <a:r>
              <a:rPr lang="en-US" dirty="0">
                <a:solidFill>
                  <a:prstClr val="black"/>
                </a:solidFill>
              </a:rPr>
              <a:t>pet care dollars on </a:t>
            </a:r>
            <a:r>
              <a:rPr lang="en-US" dirty="0" smtClean="0">
                <a:solidFill>
                  <a:prstClr val="black"/>
                </a:solidFill>
              </a:rPr>
              <a:t>food</a:t>
            </a:r>
            <a:r>
              <a:rPr lang="en-US" dirty="0"/>
              <a:t>—</a:t>
            </a:r>
            <a:r>
              <a:rPr lang="en-US" dirty="0" smtClean="0">
                <a:solidFill>
                  <a:prstClr val="black"/>
                </a:solidFill>
              </a:rPr>
              <a:t>$29 </a:t>
            </a:r>
            <a:r>
              <a:rPr lang="en-US" dirty="0">
                <a:solidFill>
                  <a:prstClr val="black"/>
                </a:solidFill>
              </a:rPr>
              <a:t>billion.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10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doctor will see you now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Healthcare for pets is the fastest-growing sector of pet spending at 6.1% per year.</a:t>
            </a:r>
            <a:endParaRPr lang="en-US" dirty="0"/>
          </a:p>
        </p:txBody>
      </p:sp>
      <p:pic>
        <p:nvPicPr>
          <p:cNvPr id="10" name="Content Placeholder 9" descr="Veterinarian holding a dog."/>
          <p:cNvPicPr>
            <a:picLocks noGrp="1" noChangeAspect="1"/>
          </p:cNvPicPr>
          <p:nvPr>
            <p:ph sz="quarter" idx="4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56" b="12237"/>
          <a:stretch/>
        </p:blipFill>
        <p:spPr>
          <a:xfrm>
            <a:off x="8093273" y="2056102"/>
            <a:ext cx="3262115" cy="4117396"/>
          </a:xfrm>
        </p:spPr>
      </p:pic>
    </p:spTree>
    <p:extLst>
      <p:ext uri="{BB962C8B-B14F-4D97-AF65-F5344CB8AC3E}">
        <p14:creationId xmlns:p14="http://schemas.microsoft.com/office/powerpoint/2010/main" val="38328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Pets go high tech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Pet owners are more likely to use digital devices—and buy them for their pets.</a:t>
            </a:r>
            <a:endParaRPr lang="en-US" dirty="0"/>
          </a:p>
        </p:txBody>
      </p:sp>
      <p:pic>
        <p:nvPicPr>
          <p:cNvPr id="12" name="Content Placeholder 11" descr="Dog wearing high-tech googles.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4" r="20871"/>
          <a:stretch/>
        </p:blipFill>
        <p:spPr>
          <a:xfrm>
            <a:off x="7757160" y="2133600"/>
            <a:ext cx="3905221" cy="3962400"/>
          </a:xfrm>
        </p:spPr>
      </p:pic>
    </p:spTree>
    <p:extLst>
      <p:ext uri="{BB962C8B-B14F-4D97-AF65-F5344CB8AC3E}">
        <p14:creationId xmlns:p14="http://schemas.microsoft.com/office/powerpoint/2010/main" val="166333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3509</TotalTime>
  <Words>101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Pampered Pet$</vt:lpstr>
      <vt:lpstr>Spending on U.S. Pets by Type</vt:lpstr>
      <vt:lpstr>Millennials drive increases</vt:lpstr>
      <vt:lpstr>Eating and snacking like kings</vt:lpstr>
      <vt:lpstr>The doctor will see you now</vt:lpstr>
      <vt:lpstr>Pets go high tech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Accessible Charts: Part 3</dc:title>
  <dc:creator>George Joeckel III</dc:creator>
  <cp:lastModifiedBy>George Joeckel III</cp:lastModifiedBy>
  <cp:revision>42</cp:revision>
  <dcterms:created xsi:type="dcterms:W3CDTF">2020-07-21T16:44:22Z</dcterms:created>
  <dcterms:modified xsi:type="dcterms:W3CDTF">2020-08-03T04:55:48Z</dcterms:modified>
</cp:coreProperties>
</file>